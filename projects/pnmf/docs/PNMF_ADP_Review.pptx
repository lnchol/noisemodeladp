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434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3A434B"/>
                </a:solidFill>
                <a:latin typeface="Calibri"/>
              </a:rPr>
              <a:t>LOO RMSE [dB] — production model 'et',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Pooled RMSE</c:v>
                </c:pt>
              </c:strCache>
            </c:strRef>
          </c:tx>
          <c:spPr>
            <a:solidFill>
              <a:srgbClr val="2E7D8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434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SEL:D</c:v>
                  </c:pt>
                  <c:pt idx="1">
                    <c:v>SEL:A</c:v>
                  </c:pt>
                  <c:pt idx="2">
                    <c:v>LAmax:D</c:v>
                  </c:pt>
                  <c:pt idx="3">
                    <c:v>LAmax:A</c:v>
                  </c:pt>
                  <c:pt idx="4">
                    <c:v>EPNL:D</c:v>
                  </c:pt>
                  <c:pt idx="5">
                    <c:v>EPNL:A</c:v>
                  </c:pt>
                  <c:pt idx="6">
                    <c:v>PNLTM:D</c:v>
                  </c:pt>
                  <c:pt idx="7">
                    <c:v>PNLTM:A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4.71</c:v>
                </c:pt>
                <c:pt idx="1">
                  <c:v>4.14</c:v>
                </c:pt>
                <c:pt idx="2">
                  <c:v>4.78</c:v>
                </c:pt>
                <c:pt idx="3">
                  <c:v>4.56</c:v>
                </c:pt>
                <c:pt idx="4">
                  <c:v>4.95</c:v>
                </c:pt>
                <c:pt idx="5">
                  <c:v>4.82</c:v>
                </c:pt>
                <c:pt idx="6">
                  <c:v>5.08</c:v>
                </c:pt>
                <c:pt idx="7">
                  <c:v>5.04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Per-aircraft median RMSE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434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SEL:D</c:v>
                  </c:pt>
                  <c:pt idx="1">
                    <c:v>SEL:A</c:v>
                  </c:pt>
                  <c:pt idx="2">
                    <c:v>LAmax:D</c:v>
                  </c:pt>
                  <c:pt idx="3">
                    <c:v>LAmax:A</c:v>
                  </c:pt>
                  <c:pt idx="4">
                    <c:v>EPNL:D</c:v>
                  </c:pt>
                  <c:pt idx="5">
                    <c:v>EPNL:A</c:v>
                  </c:pt>
                  <c:pt idx="6">
                    <c:v>PNLTM:D</c:v>
                  </c:pt>
                  <c:pt idx="7">
                    <c:v>PNLTM:A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3.25</c:v>
                </c:pt>
                <c:pt idx="1">
                  <c:v>2.09</c:v>
                </c:pt>
                <c:pt idx="2">
                  <c:v>3.17</c:v>
                </c:pt>
                <c:pt idx="3">
                  <c:v>2.51</c:v>
                </c:pt>
                <c:pt idx="4">
                  <c:v>3.34</c:v>
                </c:pt>
                <c:pt idx="5">
                  <c:v>3.02</c:v>
                </c:pt>
                <c:pt idx="6">
                  <c:v>3.24</c:v>
                </c:pt>
                <c:pt idx="7">
                  <c:v>3.33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A434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34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0"/>
        <c:axPos val="l"/>
        <c:majorGridlines>
          <c:spPr>
            <a:ln w="12700" cap="flat">
              <a:solidFill>
                <a:srgbClr val="E8EB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34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PNMF maps a parametric aircraft definition onto an NPD-equivalent noise table in the exact ANP layout, so concepts with no certification data can be assessed inside the existing Doc-29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DARMSTADT  ·  FSR  ·  ADVANCED DESIGN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Parametric Noise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Framework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prediction for aircraft that do not exist yet — as an NPD table the established ANP / Doc-29 pipeline already knows how to read.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4348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aircraft used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ground truth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0" y="44348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206240" y="5029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independent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routes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0" y="44348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2.99 dB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863840" y="5029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aircraft error,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080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Dr.-Ing. U. Klingauf  ·  supervised by L. Kempf  ·  21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concept that has never flown has no noise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ANP / Doc-29 pipeline is driven by NPD tables — noise level as a function of engine power and slant distance.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NPD table in the ANP database comes from a certification measurement campaign on a real, flying aircraft.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 concept has no campaign, therefore no table, therefore no way into the established pipeline.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workaround is substitution: assign the concept the curves of the nearest existing aircraft. That is defined only for variants of types that already exist.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0" y="1600200"/>
            <a:ext cx="4297680" cy="1207008"/>
          </a:xfrm>
          <a:prstGeom prst="roundRect">
            <a:avLst>
              <a:gd name="adj" fmla="val 4545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0" y="17190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543800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campaigns exist for an aircraft that has not flown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0" y="3017520"/>
            <a:ext cx="4297680" cy="1207008"/>
          </a:xfrm>
          <a:prstGeom prst="roundRect">
            <a:avLst>
              <a:gd name="adj" fmla="val 4545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31363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19,565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43800" y="3611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certificated aircraft that EASA maps to ANP proxies by hand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4434840"/>
            <a:ext cx="4297680" cy="1207008"/>
          </a:xfrm>
          <a:prstGeom prst="roundRect">
            <a:avLst>
              <a:gd name="adj" fmla="val 4545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45537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1.92 / 1.35 dB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543800" y="5029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error that hand-curated substitution still carries (dep. / app.)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EASA aircraft-substitution table (n = 19,565 certificated aircraft), 2018 release.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FRAMEWORK DOES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in, ANP-layout table 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468880"/>
          </a:xfrm>
          <a:prstGeom prst="roundRect">
            <a:avLst>
              <a:gd name="adj" fmla="val 222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20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" y="221284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ParametricAircraft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" y="28803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count and type · max static thrust · MTOW / MLW · noise chapter · optionally BPR and geometry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6908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2468880"/>
          </a:xfrm>
          <a:prstGeom prst="roundRect">
            <a:avLst>
              <a:gd name="adj" fmla="val 2222"/>
            </a:avLst>
          </a:prstGeom>
          <a:solidFill>
            <a:srgbClr val="12161B"/>
          </a:solidFill>
          <a:ln w="12700">
            <a:solidFill>
              <a:srgbClr val="1216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920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PNMF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99432" y="221284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prediction routes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99432" y="28803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surrogate trained on the real fleet, and a from-scratch physics model — each able to answer alone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6384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20440" cy="2468880"/>
          </a:xfrm>
          <a:prstGeom prst="roundRect">
            <a:avLst>
              <a:gd name="adj" fmla="val 222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1920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94192" y="221284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NPD table, strict ANP layout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94192" y="28803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metrics × 2 operating modes × 10 standard distances, per power setting — plus a per-cell uncertainty companion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2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downstream has to change: the consuming Doc-29 tool reads the generated table exactly as it reads a certified one.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257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SEL · EPNL · LAmax · PNLTM     |     Modes: departure, approach     |     Distances: 200 – 25,000 ft     |     Interpolation: linear in thrust, logarithmic in distance (Doc 29)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ParametricAircraft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414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pnmf/core.py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75234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object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12161B"/>
          </a:solidFill>
          <a:ln w="12700">
            <a:solidFill>
              <a:srgbClr val="1216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892808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56632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Surrogate  |  Physics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4414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pnmf/models.py · physics.py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75234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routes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1892808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51392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NPDTable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24414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ANP layout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66760" y="275234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per-cell uncertainty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3950208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61872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DepartureSynthesizer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" y="44988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pnmf/operations.py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480974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SAE-AIR-1845 style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43400" y="374904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3950208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56632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OperationalProfile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72000" y="44988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points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0" y="480974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thrust, altitude, speed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38160" y="374904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12161B"/>
          </a:solidFill>
          <a:ln w="12700">
            <a:solidFill>
              <a:srgbClr val="12161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66760" y="3950208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36" name="Text 34"/>
          <p:cNvSpPr/>
          <p:nvPr/>
        </p:nvSpPr>
        <p:spPr>
          <a:xfrm>
            <a:off x="8366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851392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Single-event ground level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366760" y="44988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closest-approach geometry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66760" y="480974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 to the Doc-29 tool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modules, 40 tests (39 passed + 1 expected data-staging skip). One CLI entry point: pnmf_cli.py.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routes that can check each other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surrogate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41248" y="2542032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 trained on the 111 ANP aircraft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fleet's statistical structure — power, weight, engine count and type, noise chapter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inside the fleet envelope; reports its own cross-tree spread per cell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extrapolate past what the fleet contains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920240"/>
            <a:ext cx="457200" cy="4572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From-scratch physics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47688" y="2542032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sources: jet, fan, airframe → ISO 9613-1 propagation → simulated flyover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constants calibrated once on the A320-211, then frozen for every other aircraft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fleet statistics — extrapolates by construction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 and LAmax only; tone-corrected metrics out of scope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2161B"/>
          </a:solidFill>
          <a:ln w="12700">
            <a:solidFill>
              <a:srgbClr val="1216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285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between the two routes is evidence; disagreement is a flag. On the demonstration concept they land 3.3 dB (SEL) and 2.2 dB (LAmax) apart — inside the band mature tools disagree by.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DATA-DRIVEN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A — what the surrogate actually learns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035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Unit-aware power features. ANP publishes 'power setting' in lb, % and RPM across different aircraft; feeding one log column mixed three units over 328 rows. Split into absolute thrust and throttle fraction.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Physicality is enforced, not hoped for. Every predicted curve is projected onto the non-increasing-in-log-distance cone — all 2,776 truth rows decrease, so any prediction that rises is wrong by construction.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comes free. The spread across trees is reported per cell — ~1–1.5 dB inside the fleet, ~2.1 dB for an out-of-population concept. The model says when it is extrapolating.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leakage anywhere. Grouped 5-fold CV and leave-one-aircraft-out both split by aircraft, never by row.</a:t>
            </a:r>
            <a:endParaRPr lang="en-US" sz="1400" dirty="0"/>
          </a:p>
        </p:txBody>
      </p:sp>
      <p:pic>
        <p:nvPicPr>
          <p:cNvPr id="5" name="Image 0" descr="C:/Users/efeko/adp/framework/pnmf_project_2/pnmf_project/docs/figures/feature_importance_SEL_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1691640"/>
            <a:ext cx="475488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0" y="5349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setting dominates, as it physically must — the model's input ranking matches acoustic intuition.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importance, SEL / departure. Source: outputs/feature_importance_SEL_D.png.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PHYSICS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B — one calibration, then frozen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0350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 mixing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Stone / Lighthill V⁸ law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C_jet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 / turbomachinery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Heidmann form, ṁ · M_tip⁴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C_fan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Airframe — wing &amp; flaps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Fink, V⁵ / V⁶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C_wingflap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Airframe — landing gear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C_gear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3192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spectra are propagated with ISO 9613-1 absorption and A-weighting, then integrated over a simulated level flyover at the ANP 160 kt reference speed.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constants were fitted once, on the A320-211 alone (in-sample 1.57 dB). Every other aircraft in this deck is genuinely out-of-sample.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route never touches the fleet statistics — it is an independent opinion, not a second regression.</a:t>
            </a:r>
            <a:endParaRPr lang="en-US" sz="1350" dirty="0"/>
          </a:p>
        </p:txBody>
      </p:sp>
      <p:pic>
        <p:nvPicPr>
          <p:cNvPr id="6" name="Image 0" descr="C:/Users/efeko/adp/framework/pnmf_project_2/pnmf_project/outputs/physics_component_spl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1691640"/>
            <a:ext cx="4754880" cy="4023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split of the calibrated physics route. Source: pnmf_cli.py physics.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ground truth, and how it is kept clean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019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2423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 aircraft with a full NPD curve set — the entire study population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9019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 / 18 / 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99432" y="2423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 / turboprop / piston split — the non-jet classes are thin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19019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2,776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94192" y="2423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NPD rows; every one decreases with distance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9136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file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04672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anp_data.sqlite replaced nine loose CSVs, round-trip proven lossless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374904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39136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realms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99432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tables and predicted tables are physically separate — predictions can never contaminate the data they are judged against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38160" y="374904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39136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gate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394192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unphysical tables rejected outright; high-uncertainty ones stored flagged 'caution'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EASA ANP database v2.3 (legacy schema). Datastore built and verified by pnmf_cli.py datastore.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PROTOCOL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numbers were earned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01368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5568" y="1737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15568" y="216712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aircraft is deleted from the dataset entirely — curves, rows, everything.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944368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Retrain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15568" y="331012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refitted from scratch on the remaining 110 aircraft.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87368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&amp; compare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15568" y="445312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held-out aircraft is described only by its parameters; the predicted table is compared cell by cell against its real one.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1206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2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for all 111 aircraft. Each one is, in turn, treated exactly like a future concept the framework has never seen.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98080" y="1691640"/>
            <a:ext cx="4114800" cy="3840480"/>
          </a:xfrm>
          <a:prstGeom prst="roundRect">
            <a:avLst>
              <a:gd name="adj" fmla="val 1429"/>
            </a:avLst>
          </a:prstGeom>
          <a:solidFill>
            <a:srgbClr val="12161B"/>
          </a:solidFill>
          <a:ln w="12700">
            <a:solidFill>
              <a:srgbClr val="1216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error views — both reported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72400" y="2423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RMSE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26974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cell of every aircraft in one pool. Sensitive to a handful of atypical airframes.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0" y="3611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PER-AIRCRAFT MEDIAN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38862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typical aircraft actually experiences. Barely moves when one outlier does.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0" y="4800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only one of the two would be misleading — so both appear on every result slide.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Leave-one-aircraft-out accuracy, all eight targets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863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1737360"/>
            <a:ext cx="3017520" cy="3931920"/>
          </a:xfrm>
          <a:prstGeom prst="roundRect">
            <a:avLst>
              <a:gd name="adj" fmla="val 1818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2396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it like this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823960" y="2377440"/>
            <a:ext cx="2606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beats departure everywhere — approach is airframe-dominated and fleet-uniform.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is engine-dominated, exactly where unobserved engine technology matters.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pooled–median gap is the outlier tail, not a spread across the whole fleet.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Leave-one-aircraft-out, n = 111. Source: docs/GAP_ANALYSIS_REPORT.md §1, run of 2026-07-15.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3 dB good? Against what?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1.92 / 1.35 dB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108960" y="17556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EASA hand-curated substitution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208483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residual error of assigning each real aircraft its nearest real proxy — by expert judgement, on measured curves. The floor for any proxy-based method.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79776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1693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2.99 dB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08960" y="28895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PNMF, typical aircraft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321868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per-aircraft median across the eight targets, from parameters alone, on aircraft the model never saw.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13632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507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6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– 4 dB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0896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ANSWr inter-tool band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435254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established, mature noise tools disagree with each other on the same scenario.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47488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8464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6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– 5.1 dB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108960" y="51572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PNMF, pooled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08960" y="548640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predictions, pooled over every cell — dominated by roughly six atypical airframes.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sits inside the band that mature tools disagree by, and above the floor set by hand-picked real proxies — which is the honest place for a parametric-only method to be.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CASE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hold-out: the Boeing 737-800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training entirely, then described to the framework only as: 2 × 26,300 lbf · MTOW 174,200 lb · MLW 146,300 lb · Chapter 3. The physics route was calibrated on an A320 and has never seen this aircraft or its engine.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57607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143000"/>
                <a:gridCol w="1143000"/>
                <a:gridCol w="11430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/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surrogate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 / departure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 / 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LAmax / departure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LAmax / 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EPNL / departure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EPNL / 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PNLTM / departure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PNLTM / 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1663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[dB] against the real certified curves</a:t>
            </a:r>
            <a:endParaRPr lang="en-US" sz="1100" dirty="0"/>
          </a:p>
        </p:txBody>
      </p:sp>
      <p:pic>
        <p:nvPicPr>
          <p:cNvPr id="7" name="Image 0" descr="C:/Users/efeko/adp/framework/pnmf_project_2/pnmf_project/docs/figures/case_study_737800_SEL_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2103120"/>
            <a:ext cx="5074920" cy="3108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7960" y="521208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is excellent — 1.1 to 1.7 dB across every metric and both routes, at the hand-curated substitution floor.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error is almost entirely a consistent −2.5 to −3.4 dB bias, not scatter: one geometry-aware feature should absorb most of it.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 route beats the surrogate on departure SEL despite single-aircraft calibration — evidence of modeling, not memorising.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run of 2026-07-13; 'surrogate' = rf, 'anchor' = the then-shipped default. Source: docs/FINAL_REPORT.md §2.2.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PHYSICS ROUTE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frozen physics route, on 12 aircraft it never saw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1170432"/>
          </a:xfrm>
          <a:prstGeom prst="roundRect">
            <a:avLst>
              <a:gd name="adj" fmla="val 4688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8653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2.82 dB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4672" y="2340864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out-of-sample RMSE over 12 aircraft — no re-tuning at any point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486400" cy="1170432"/>
          </a:xfrm>
          <a:prstGeom prst="roundRect">
            <a:avLst>
              <a:gd name="adj" fmla="val 4688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2369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 → 9.6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3712464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bypass-ratio span covered, from the 727 / JT8D to the A350 / Trent XWB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5486400" cy="1170432"/>
          </a:xfrm>
          <a:prstGeom prst="roundRect">
            <a:avLst>
              <a:gd name="adj" fmla="val 4688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46085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−9.6 / −0.3 dB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04672" y="5084064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 change over a BPR 2 → 16 sweep, departure / approach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7424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sweep reproduces the literature's source-balance story on its own: raising bypass ratio buys a lot on departure and almost nothing on approach, because approach noise is airframe-limited.</a:t>
            </a:r>
            <a:endParaRPr lang="en-US" sz="1200" dirty="0"/>
          </a:p>
        </p:txBody>
      </p:sp>
      <p:pic>
        <p:nvPicPr>
          <p:cNvPr id="14" name="Image 0" descr="C:/Users/efeko/adp/framework/pnmf_project_2/pnmf_project/outputs/physics_bpr_swee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737360"/>
            <a:ext cx="5303520" cy="39319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pnmf_cli.py physics — calibration frozen on the A320-211 (in-sample 1.57 dB).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 ships — decided by evidence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4922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234440"/>
                <a:gridCol w="320040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median RMSE [dB]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ExtraTrees, static configuration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 surrogate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entry in the evolved registry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× rf + 0.5 × semi-empirical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 donor curve + residual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semiemp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 anchor + decay + slope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51960"/>
            <a:ext cx="6492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rule fixed in advance: lowest mean per-aircraft median across all eight targets; ties inside 0.05 dB go to the registry-independent model.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shipped default moved anchor → rf → et as the evidence came in, each step recorded.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'champion' is never shipped even when it wins: it needs a populated trial registry, so a fresh install would fail.</a:t>
            </a:r>
            <a:endParaRPr lang="en-US" sz="1250" dirty="0"/>
          </a:p>
        </p:txBody>
      </p:sp>
      <p:pic>
        <p:nvPicPr>
          <p:cNvPr id="6" name="Image 0" descr="C:/Users/efeko/adp/framework/pnmf_project_2/pnmf_project/docs/figures/gap_default_before_af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69480" y="1737360"/>
            <a:ext cx="4389120" cy="3931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LOO bake-off, 6 models × 8 targets. Source: pnmf_cli.py compare, 2026-07-15.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error is not spread evenly — it is six airframes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0350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3063240"/>
                <a:gridCol w="91440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NPD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is atypical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OLY593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Concorde-class afterburning turbojet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CJ610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early-generation turbojet business jet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−17.18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PW530A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class, envelope 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7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TRENT8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777-class heavy twin, top of thrust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7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PT6A50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turboprop, sparse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7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PW610F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light jet, envelope 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7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519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 / departure, model 'et' — dB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4663440"/>
            <a:ext cx="6035040" cy="1371600"/>
          </a:xfrm>
          <a:prstGeom prst="roundRect">
            <a:avLst>
              <a:gd name="adj" fmla="val 4000"/>
            </a:avLst>
          </a:prstGeom>
          <a:solidFill>
            <a:srgbClr val="12161B"/>
          </a:solidFill>
          <a:ln w="12700">
            <a:solidFill>
              <a:srgbClr val="12161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8006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sit at or outside the edge of the training envelope. A tree ensemble cannot leave the convex hull of what it was shown — it reverts toward the fleet average, which is exactly the signed error above.</a:t>
            </a:r>
            <a:endParaRPr lang="en-US" sz="1300" dirty="0"/>
          </a:p>
        </p:txBody>
      </p:sp>
      <p:pic>
        <p:nvPicPr>
          <p:cNvPr id="8" name="Image 0" descr="C:/Users/efeko/adp/framework/pnmf_project_2/pnmf_project/docs/figures/gap_per_aircraft_rm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12280" y="1737360"/>
            <a:ext cx="4846320" cy="4023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Per-aircraft LOO RMSE, sorted. Source: docs/GAP_ANALYSIS_REPORT.md §5.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remaining gap exists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38528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98448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Envelope extrapolation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 cannot predict outside the convex hull of their training features. Atypical engines revert to fleet-average behaviour.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938528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93208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geometry &amp; BPR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object has bypass-ratio, fan-diameter and wing fields — the ANP database populates none of them. The #1 residual-gap cause.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1938528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87968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Departure vs approach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is engine-dominated, where unobserved engine technology matters most: 3.25 dB versus 2.74 dB on approach.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041648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98448" y="4023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power axes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4572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aircraft publish RPM instead of thrust and go through a crude throttle imputation that adds error for exactly those aircraft.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9432" y="4041648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93208" y="4023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sparsity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99432" y="4572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pistons and 18 turboprops against 83 jets — too thin for the model to learn class-specific behaviour.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94192" y="4041648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31" name="Text 29"/>
          <p:cNvSpPr/>
          <p:nvPr/>
        </p:nvSpPr>
        <p:spPr>
          <a:xfrm>
            <a:off x="8394192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87968" y="4023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Irreducible floor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94192" y="4572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hand-curated real-aircraft proxies carry 1.92 / 1.35 dB. A parametric-only method cannot be expected to beat measured curves.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docs/GAP_ANALYSIS_REPORT.md §6.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point of all this: FUTURE-UHBR-TWIN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 that does not exist: 2 × 30,000 lbf ultra-high-bypass twin, BPR 15, MTOW 170,000 lb, Chapter 14. Defined only by those parameters — no curves, no measurements, no proxy assigned by hand.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3500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8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77063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NPD tables generated in strict ANP layout, all passing the QA gate — 0 caution, 0 rejected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538728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364845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3.27 / 2.21 dB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4672" y="406908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between the two independent routes on SEL / LAmax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837176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494690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82.2 vs 83.5 dB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4672" y="536752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sideline LAmax against a real A320-211 computed identically — the UHBR twin comes out quieter, in the physically expected direction</a:t>
            </a:r>
            <a:endParaRPr lang="en-US" sz="1200" dirty="0"/>
          </a:p>
        </p:txBody>
      </p:sp>
      <p:pic>
        <p:nvPicPr>
          <p:cNvPr id="14" name="Image 0" descr="C:/Users/efeko/adp/framework/pnmf_project_2/pnmf_project/docs/figures/end_to_end_sid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2148840"/>
            <a:ext cx="5303520" cy="3657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record for the shipped 'et' model; sideline comparison from the end-to-end demo (pnmf_cli.py demo).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CLOSURE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table to a flyover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766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NPD table alone is not an assessment — the aircraft has to fly a trajectory past an observer.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profiles are synthesised SAE-AIR-1845 style from the ANP procedural steps and the engine / aerodynamic coefficient decks: Fn/δ = E + F·Vc + Ga·h + Gb·h² + H·Tc for jets, Fn = 325.87·η·hp/V for propellers.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142 aircraft with procedural data produce physical profiles — jets and propellers alike; each one is asserted against plausibility bounds in the test suite.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concept, the synthesiser borrows the nearest neighbour's procedure — same MTOW and engine-count criteria EASA's own substitution uses — and rescales the engine deck by the thrust ratio.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Flyover level uses the analytic point-to-segment minimum distance with thrust interpolated at the closest point, not the segment midpoint.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35240" y="1737360"/>
            <a:ext cx="3977640" cy="1828800"/>
          </a:xfrm>
          <a:prstGeom prst="roundRect">
            <a:avLst>
              <a:gd name="adj" fmla="val 3000"/>
            </a:avLst>
          </a:prstGeom>
          <a:solidFill>
            <a:srgbClr val="12161B"/>
          </a:solidFill>
          <a:ln w="12700">
            <a:solidFill>
              <a:srgbClr val="1216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09560" y="1920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142 / 142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909560" y="2514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with procedural data produce physically valid departure profiles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35240" y="3749040"/>
            <a:ext cx="3977640" cy="2011680"/>
          </a:xfrm>
          <a:prstGeom prst="roundRect">
            <a:avLst>
              <a:gd name="adj" fmla="val 2727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39136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 scope split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0" y="429768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attenuation, ground effect and duration corrections belong to the consuming Doc-29 tool, per the standard's own division of labour. PNMF delivers the table and the profile — nothing more, on purpose.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Simplifications documented in-module: ISA sea level, no wind, CAS ≈ TAS below 10,000 ft, K = 1.01 / 0.95 per Doc 29.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RECORD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found and fixed along the way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4160520"/>
                <a:gridCol w="2743200"/>
                <a:gridCol w="3474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'Power setting' mixed lb, % and RPM in one log 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328 rows contaminated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unit-aware split into thrust + throttle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forced curves to decrease with distance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unphysical tables possible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isotonic projection, on by default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flyover level used segment midpoints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approach under-read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 point-to-segment minimum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trajectories existed for ~20 legacy aircraft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under-covered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synthesiser: 142 / 142 aircraft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 – F8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PNLTM unvalidated · no end-to-end closure · zero tests · uncertainty mixed into the ANP export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regressions invisible, output not consumable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· closed loop · 40-test suite · strict-layout export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1772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4672" y="51937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39 passing, 1 expected data-staging skip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43400" y="461772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99432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5.208 → 4.678 dB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99432" y="51937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grouped-CV RMSE, cumulative self-improvement search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38160" y="461772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94192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394192" y="51937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ever written into a truth table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count verified by re-running the suite on 2026-07-21: 39 passed, 1 skipped.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framework does not claim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5568" y="16459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23360" y="1627632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every ANP aircraft publishes: thrust, weights, engine count and type, noise chapter. No geometry, no bypass ratio, no fan diameter.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5603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Unconventional configurations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23360" y="2542032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route is validated for anything that is not tube-and-wing — the database contains no such aircraft. The same caveat applies to every semi-empirical model in the literature.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47872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3474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Conceptual-design synthesiser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23360" y="3456432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trajectory module is not a Doc-29 Vol. 2 Appendix B reimplementation; verification against the Vol. 3 reference cases is still outstanding.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62272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43891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 route scope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23360" y="4370832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 and LAmax only — the tone-correction machinery behind EPNL and PNLTM is not implemented.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76672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76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5568" y="53035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vintage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023360" y="5285232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 v2.3 legacy schema. The v6.3 release ships as xlsx and the current loader cannot read it.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stated in the module docstrings and the written report — none of them is a surprise found afterwards.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— where should the effort go?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1B2028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7556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and bypass ratio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08483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object already has the fields; the ANP database fills none of them. Is wiring a synthesis tool (PrADO / CPACS / RCAIDE) into the feature set worth it — and would the ~3 dB departure bias actually fall?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1B2028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2608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8986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extrapolation problem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322783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ensemble structurally cannot leave its training hull. Do we accept that and hand outliers to the physics route, or change model class to something that extrapolates?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1B2028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6908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40416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route owns the answer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37083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fleet envelope the physics route is arguably more trustworthy than the surrogate. Should the shipped default switch by envelope distance rather than being one fixed model?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1B2028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1208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51846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classes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551383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pistons and 18 turboprops. Per-class models, transfer from the jet population, or an honest refusal to predict for those classes?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on the next slide.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— continued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B2028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01368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7739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correction for the physics route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103120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EPNL and PNLTM are the metrics regulators actually certify against, and the physics route cannot produce them. Is implementing PNLT worth the effort, or do those two metrics stay surrogate-only?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B2028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90088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9626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 v6.3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3291840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newer release is xlsx-only and the loader reads the v2.3 CSV schema. Straight converter, or is a schema change hiding behind it?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B2028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78808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41513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against Doc 29 Vol.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480560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cases are the accepted way to prove a trajectory implementation. What is needed from the FSR tool interface to run them?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version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independent routes land 2–3 dB apart on a concept neither can verify — the honest next step is better inputs, not a better regressor.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PNMF - Parametric Noise Modeling Framework</dc:title>
  <dc:subject>PptxGenJS Presentation</dc:subject>
  <dc:creator>PNMF</dc:creator>
  <cp:lastModifiedBy>PNMF</cp:lastModifiedBy>
  <cp:revision>1</cp:revision>
  <dcterms:created xsi:type="dcterms:W3CDTF">2026-07-21T10:38:48Z</dcterms:created>
  <dcterms:modified xsi:type="dcterms:W3CDTF">2026-07-21T10:38:48Z</dcterms:modified>
</cp:coreProperties>
</file>